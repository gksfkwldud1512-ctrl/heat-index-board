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쉬는시간 안내 전광판 — 시스템 구조 및 로직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존슨일렉트릭 · 6개 공정 IoT 체감온도계 기반 폭염 대응 자동 판정 시스템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9050">
            <a:solidFill>
              <a:srgbClr val="A7B2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0759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IoT 센서 6개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공정별 설치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10분마다 전송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40280" y="123444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60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9050">
            <a:solidFill>
              <a:srgbClr val="A7B2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30759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Air365 API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60320" y="16002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케이웨더 클라우드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체감온도(sense_temp)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34840" y="123444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600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9050">
            <a:solidFill>
              <a:srgbClr val="A7B2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30759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GitHub Actions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10분마다 자동 호출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(무료, 24시간)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29400" y="123444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60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49440" y="12344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9050">
            <a:solidFill>
              <a:srgbClr val="A7B2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30759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Supabase DB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49440" y="16002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기록 누적 저장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(무료)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23960" y="123444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600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44000" y="12344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9050">
            <a:solidFill>
              <a:srgbClr val="A7B2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130759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전광판 화면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0" y="16002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 배포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15초마다 자동 갱신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514600"/>
            <a:ext cx="5532120" cy="457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624328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로직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" y="3017520"/>
            <a:ext cx="5532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▪"/>
            </a:pPr>
            <a:r>
              <a:rPr lang="en-US" sz="12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 판정 시각 6개: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03:00, 07:00, 09:00, 15:00, 17:00, 23:00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측정창: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시각(T) 기준 T-60분~T-30분 30분간, 10분 간격 3회 측정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기준: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공정 전체 평균 체감온도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66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33℃ 이상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쉬는시간 부여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 방식: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측정창 종료 시점부터 다음 측정창 종료 시점까지 판정 결과 유지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08:00~08:30 평균 ≥ 33℃  →  09:00~09:10 "쉬는시간 부여" 표시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2514600"/>
            <a:ext cx="5532120" cy="45720"/>
          </a:xfrm>
          <a:prstGeom prst="rect">
            <a:avLst/>
          </a:prstGeom>
          <a:solidFill>
            <a:srgbClr val="17B563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2624328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방식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63640" y="3017520"/>
            <a:ext cx="5532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▪"/>
            </a:pPr>
            <a:r>
              <a:rPr lang="en-US" sz="12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 되는 아무 컴퓨터/브라우저에서 전용 URL 접속만 하면 동일하게 표시 (설치 불필요)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Actions가 10분마다 자동으로 Air365 API 호출 → Supabase에 누적 저장 (사람 개입 불필요)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갱신: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15초마다 자동으로 최신 판정을 다시 계산·표시 (새로고침 불필요)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구간 무료 (GitHub Actions, Supabase, Vercel 모두 무료 티어)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대응: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조회 실패 시 5초 내 자동으로 임시값 전환, 화면 멈춤 없음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5806440"/>
            <a:ext cx="11430000" cy="777240"/>
          </a:xfrm>
          <a:prstGeom prst="roundRect">
            <a:avLst>
              <a:gd name="adj" fmla="val 7059"/>
            </a:avLst>
          </a:prstGeom>
          <a:solidFill>
            <a:srgbClr val="FFF7ED"/>
          </a:solidFill>
          <a:ln w="12700">
            <a:solidFill>
              <a:srgbClr val="F0C0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9161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79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진행 상태  </a:t>
            </a:r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화면·수집 파이프라인 구축 및 검증 완료 (①②단계 제외 전부 실동작 확인). 센서 배송 중 · 업체 API 키 수령 대기 중 — 키 등록 즉시 실데이터로 자동 전환.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board-seven-rho.vercel.app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96696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2026-07-02T23:55:15Z</dcterms:created>
  <dcterms:modified xsi:type="dcterms:W3CDTF">2026-07-02T23:55:15Z</dcterms:modified>
</cp:coreProperties>
</file>